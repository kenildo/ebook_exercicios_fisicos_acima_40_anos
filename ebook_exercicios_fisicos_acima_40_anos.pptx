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4A14"/>
    <a:srgbClr val="EADEC0"/>
    <a:srgbClr val="7BB19C"/>
    <a:srgbClr val="11A73C"/>
    <a:srgbClr val="D58B56"/>
    <a:srgbClr val="292912"/>
    <a:srgbClr val="FFFFFF"/>
    <a:srgbClr val="0BAD60"/>
    <a:srgbClr val="282611"/>
    <a:srgbClr val="F8BB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53" autoAdjust="0"/>
  </p:normalViewPr>
  <p:slideViewPr>
    <p:cSldViewPr snapToGrid="0">
      <p:cViewPr varScale="1">
        <p:scale>
          <a:sx n="34" d="100"/>
          <a:sy n="34" d="100"/>
        </p:scale>
        <p:origin x="2124" y="44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4EFCA-78B8-4FDC-8A1D-DDB03D02A478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7495-EB53-48CC-AEB2-1AF8F7461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74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97495-EB53-48CC-AEB2-1AF8F74614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27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37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1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110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113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210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31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4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24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36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62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2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267FD-CBFB-4214-94D1-B2B2BD431FFE}" type="datetimeFigureOut">
              <a:rPr lang="pt-BR" smtClean="0"/>
              <a:t>13/01/2025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6873B-D685-4931-8241-BB563BCA64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62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899F6FB-4847-475E-2319-E4ACA69A1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CB11400-7C6A-2442-9820-D413899B8C56}"/>
              </a:ext>
            </a:extLst>
          </p:cNvPr>
          <p:cNvSpPr txBox="1"/>
          <p:nvPr/>
        </p:nvSpPr>
        <p:spPr>
          <a:xfrm>
            <a:off x="165434" y="568947"/>
            <a:ext cx="9270332" cy="107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pt-BR" sz="6400" b="1" dirty="0">
                <a:solidFill>
                  <a:srgbClr val="694A14"/>
                </a:solidFill>
              </a:rPr>
              <a:t>MOVIMENTE-SE SEMPRE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FE8D01-2096-6923-4678-CE13EC4AF57B}"/>
              </a:ext>
            </a:extLst>
          </p:cNvPr>
          <p:cNvSpPr txBox="1"/>
          <p:nvPr/>
        </p:nvSpPr>
        <p:spPr>
          <a:xfrm>
            <a:off x="165434" y="1589084"/>
            <a:ext cx="9270332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pt-BR" sz="5600" b="1" dirty="0">
                <a:solidFill>
                  <a:srgbClr val="694A14"/>
                </a:solidFill>
              </a:rPr>
              <a:t>FORÇA AOS 40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5CBF275-F9A9-1789-21AE-184E010EA11D}"/>
              </a:ext>
            </a:extLst>
          </p:cNvPr>
          <p:cNvSpPr txBox="1"/>
          <p:nvPr/>
        </p:nvSpPr>
        <p:spPr>
          <a:xfrm>
            <a:off x="0" y="11927704"/>
            <a:ext cx="927033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3200" dirty="0"/>
              <a:t>FELIPE FERNANDES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D446F18-28AE-ACE8-0E8B-1530A53D1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4" y="11646220"/>
            <a:ext cx="1280537" cy="103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7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EXERCÍCIOS PARA PESSOAS ACIMA DE 40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SIMPLES E EFICIENTES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Com o passar dos anos, nosso corpo exige mais cuidados, mas também pode continuar ativo e saudável com exercícios simples e eficazes. Aqui estão alguns exercícios ideais para pessoas acima de 40 anos, que podem ser feitos em casa, com foco em força, flexibilidade e equilíbrio.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227908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AGACHAMENTO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FD25AD-C4C2-AE1A-07A5-28D23F919629}"/>
              </a:ext>
            </a:extLst>
          </p:cNvPr>
          <p:cNvSpPr txBox="1">
            <a:spLocks/>
          </p:cNvSpPr>
          <p:nvPr/>
        </p:nvSpPr>
        <p:spPr>
          <a:xfrm>
            <a:off x="660082" y="1028700"/>
            <a:ext cx="8281035" cy="481245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0" dirty="0">
                <a:ln>
                  <a:solidFill>
                    <a:srgbClr val="694A14"/>
                  </a:solidFill>
                </a:ln>
                <a:solidFill>
                  <a:srgbClr val="694A14"/>
                </a:solidFill>
              </a:rPr>
              <a:t>01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O agachamento é um dos melhores exercícios para fortalecer pernas, glúteos e até a região abdominal. Além disso, ajuda a melhorar o equilíbrio.</a:t>
            </a:r>
          </a:p>
        </p:txBody>
      </p:sp>
    </p:spTree>
    <p:extLst>
      <p:ext uri="{BB962C8B-B14F-4D97-AF65-F5344CB8AC3E}">
        <p14:creationId xmlns:p14="http://schemas.microsoft.com/office/powerpoint/2010/main" val="395144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AGACHAMENTO SIMPLES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FORTALECENDO PERNAS E GLÚTEOS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Como fazer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:</a:t>
            </a:r>
          </a:p>
          <a:p>
            <a:r>
              <a:rPr lang="pt-BR" sz="2400" dirty="0">
                <a:solidFill>
                  <a:srgbClr val="694A14"/>
                </a:solidFill>
                <a:latin typeface="+mn-lt"/>
              </a:rPr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Fique em pé, com os pés afastados na largura dos ombros.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Agache lentamente, como se fosse sentar em uma cadeira.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Mantenha os joelhos alinhados com os pés e o tronco ereto.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Volte à posição inicial.</a:t>
            </a:r>
          </a:p>
          <a:p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Exemplo prático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: Faça 3 séries de 10 repetições, descansando por 30 segundos entre cada série.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177741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FLEXÕES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FD25AD-C4C2-AE1A-07A5-28D23F919629}"/>
              </a:ext>
            </a:extLst>
          </p:cNvPr>
          <p:cNvSpPr txBox="1">
            <a:spLocks/>
          </p:cNvSpPr>
          <p:nvPr/>
        </p:nvSpPr>
        <p:spPr>
          <a:xfrm>
            <a:off x="660082" y="1028700"/>
            <a:ext cx="8281035" cy="481245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0" dirty="0">
                <a:ln>
                  <a:solidFill>
                    <a:srgbClr val="694A14"/>
                  </a:solidFill>
                </a:ln>
                <a:solidFill>
                  <a:srgbClr val="694A14"/>
                </a:solidFill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As flexões são ótimas para fortalecer o peito, ombros e braços, mas se você achar difícil, pode começar com a versão modificada.</a:t>
            </a:r>
          </a:p>
        </p:txBody>
      </p:sp>
    </p:spTree>
    <p:extLst>
      <p:ext uri="{BB962C8B-B14F-4D97-AF65-F5344CB8AC3E}">
        <p14:creationId xmlns:p14="http://schemas.microsoft.com/office/powerpoint/2010/main" val="293859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FLEXÕES DE BRAÇO MODIFICADAS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FORTALECENDO PEITO E BRAÇOS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Como fazer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:</a:t>
            </a:r>
          </a:p>
          <a:p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Fique de joelhos, com as mãos no chão, alinhadas com os ombros.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Abaixe o corpo até o peito quase tocar o chão, mantendo os cotovelos perto do corpo.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Empurre para voltar à posição inicial.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Exemplo prático: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 Faça 3 séries de 8 a 12 repetições.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43469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MARCHA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FD25AD-C4C2-AE1A-07A5-28D23F919629}"/>
              </a:ext>
            </a:extLst>
          </p:cNvPr>
          <p:cNvSpPr txBox="1">
            <a:spLocks/>
          </p:cNvSpPr>
          <p:nvPr/>
        </p:nvSpPr>
        <p:spPr>
          <a:xfrm>
            <a:off x="660082" y="1028700"/>
            <a:ext cx="8281035" cy="481245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0" dirty="0">
                <a:ln>
                  <a:solidFill>
                    <a:srgbClr val="694A14"/>
                  </a:solidFill>
                </a:ln>
                <a:solidFill>
                  <a:srgbClr val="694A14"/>
                </a:solidFill>
              </a:rPr>
              <a:t>03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A marcha no lugar é um exercício simples, mas eficaz para aumentar a circulação sanguínea e melhorar a resistência cardiovascular.</a:t>
            </a:r>
          </a:p>
        </p:txBody>
      </p:sp>
    </p:spTree>
    <p:extLst>
      <p:ext uri="{BB962C8B-B14F-4D97-AF65-F5344CB8AC3E}">
        <p14:creationId xmlns:p14="http://schemas.microsoft.com/office/powerpoint/2010/main" val="269324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MARCHA NO LUGAR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MELHORANDO A CIRCULAÇÃO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Como fazer:</a:t>
            </a:r>
          </a:p>
          <a:p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Fique em pé, com os pés afastados na largura dos ombros.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Levante uma perna de cada vez, simulando uma caminhada.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Mantenha um ritmo constante.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Exemplo prático: 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Marche no lugar por 3 a 5 minutos, aumentando gradualmente o tempo conforme se sentir confortável.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172054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ALONGAMENTO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FD25AD-C4C2-AE1A-07A5-28D23F919629}"/>
              </a:ext>
            </a:extLst>
          </p:cNvPr>
          <p:cNvSpPr txBox="1">
            <a:spLocks/>
          </p:cNvSpPr>
          <p:nvPr/>
        </p:nvSpPr>
        <p:spPr>
          <a:xfrm>
            <a:off x="660082" y="1028700"/>
            <a:ext cx="8281035" cy="481245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0" dirty="0">
                <a:ln>
                  <a:solidFill>
                    <a:srgbClr val="694A14"/>
                  </a:solidFill>
                </a:ln>
                <a:solidFill>
                  <a:srgbClr val="694A14"/>
                </a:solidFill>
              </a:rPr>
              <a:t>04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A flexibilidade é fundamental para evitar lesões. O alongamento da coluna é simples e alivia tensões nas costas.</a:t>
            </a:r>
          </a:p>
        </p:txBody>
      </p:sp>
    </p:spTree>
    <p:extLst>
      <p:ext uri="{BB962C8B-B14F-4D97-AF65-F5344CB8AC3E}">
        <p14:creationId xmlns:p14="http://schemas.microsoft.com/office/powerpoint/2010/main" val="2481622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ALONGAMENTO DE COLUNA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AJUDANDO NA FLEXIBILIDADE E MOBILIDADE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Como fazer:</a:t>
            </a:r>
          </a:p>
          <a:p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Sente-se com as pernas esticadas à frente.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Lentamente, tente alcançar os pés com as mãos, mantendo as costas retas.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Segure por 20 segundos e retorne.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Exemplo prático: 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Repita 3 vezes, sempre focando na respiração.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381849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ELEVAÇÃO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FD25AD-C4C2-AE1A-07A5-28D23F919629}"/>
              </a:ext>
            </a:extLst>
          </p:cNvPr>
          <p:cNvSpPr txBox="1">
            <a:spLocks/>
          </p:cNvSpPr>
          <p:nvPr/>
        </p:nvSpPr>
        <p:spPr>
          <a:xfrm>
            <a:off x="660082" y="1028700"/>
            <a:ext cx="8281035" cy="481245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0" dirty="0">
                <a:ln>
                  <a:solidFill>
                    <a:srgbClr val="694A14"/>
                  </a:solidFill>
                </a:ln>
                <a:solidFill>
                  <a:srgbClr val="694A14"/>
                </a:solidFill>
              </a:rPr>
              <a:t>05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Esse exercício simples fortalece os tornozelos e as panturrilhas, prevenindo quedas e melhorando a postura.</a:t>
            </a:r>
          </a:p>
        </p:txBody>
      </p:sp>
    </p:spTree>
    <p:extLst>
      <p:ext uri="{BB962C8B-B14F-4D97-AF65-F5344CB8AC3E}">
        <p14:creationId xmlns:p14="http://schemas.microsoft.com/office/powerpoint/2010/main" val="327752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ELEVAÇÃO DE CALCANHAR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FORTALECENDO TORNOZELOS E PANTURRILHAS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Como fazer:</a:t>
            </a:r>
          </a:p>
          <a:p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Fique em pé, com os pés alinhados à largura dos ombros.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Levante-se nas pontas dos pés e depois desça lentamente.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Mantenha o movimento controlado.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Exemplo prático: 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Faça 3 séries de 15 repetições.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2389316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PONTE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4FD25AD-C4C2-AE1A-07A5-28D23F919629}"/>
              </a:ext>
            </a:extLst>
          </p:cNvPr>
          <p:cNvSpPr txBox="1">
            <a:spLocks/>
          </p:cNvSpPr>
          <p:nvPr/>
        </p:nvSpPr>
        <p:spPr>
          <a:xfrm>
            <a:off x="660082" y="1028700"/>
            <a:ext cx="8281035" cy="481245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0000" dirty="0">
                <a:ln>
                  <a:solidFill>
                    <a:srgbClr val="694A14"/>
                  </a:solidFill>
                </a:ln>
                <a:solidFill>
                  <a:srgbClr val="694A14"/>
                </a:solidFill>
              </a:rPr>
              <a:t>06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A ponte é excelente para tonificar os glúteos e o core (zona abdominal e lombar).</a:t>
            </a:r>
          </a:p>
        </p:txBody>
      </p:sp>
    </p:spTree>
    <p:extLst>
      <p:ext uri="{BB962C8B-B14F-4D97-AF65-F5344CB8AC3E}">
        <p14:creationId xmlns:p14="http://schemas.microsoft.com/office/powerpoint/2010/main" val="4002602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59075-9922-904B-F480-5F15763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46" y="491765"/>
            <a:ext cx="8467594" cy="1168612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rgbClr val="694A14"/>
                </a:solidFill>
              </a:rPr>
              <a:t>PONTE DE GLÚTEOS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E0F761-EEA0-FCEA-104E-5AC3D157279D}"/>
              </a:ext>
            </a:extLst>
          </p:cNvPr>
          <p:cNvSpPr txBox="1">
            <a:spLocks/>
          </p:cNvSpPr>
          <p:nvPr/>
        </p:nvSpPr>
        <p:spPr>
          <a:xfrm>
            <a:off x="851146" y="1919685"/>
            <a:ext cx="8281041" cy="1002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694A14"/>
                </a:solidFill>
              </a:rPr>
              <a:t>TONIFICANDO O ABDÔMEN E GLÚTEOS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C86BCFB-274A-566E-AB1E-DD78C569A1D7}"/>
              </a:ext>
            </a:extLst>
          </p:cNvPr>
          <p:cNvSpPr txBox="1">
            <a:spLocks/>
          </p:cNvSpPr>
          <p:nvPr/>
        </p:nvSpPr>
        <p:spPr>
          <a:xfrm>
            <a:off x="851146" y="4001283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Como fazer:</a:t>
            </a:r>
          </a:p>
          <a:p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Deite-se de costas com os joelhos dobrados e os pés no chão.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Levante os quadris até alinhar com os joelhos e ombros.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694A14"/>
                </a:solidFill>
                <a:latin typeface="+mn-lt"/>
              </a:rPr>
              <a:t>Segure por 5 segundos e desça lentamente.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694A14"/>
              </a:solidFill>
              <a:latin typeface="+mn-lt"/>
            </a:endParaRPr>
          </a:p>
          <a:p>
            <a:r>
              <a:rPr lang="pt-BR" sz="2400" b="1" dirty="0">
                <a:solidFill>
                  <a:srgbClr val="694A14"/>
                </a:solidFill>
                <a:latin typeface="+mn-lt"/>
              </a:rPr>
              <a:t>Exemplo prático: </a:t>
            </a:r>
            <a:r>
              <a:rPr lang="pt-BR" sz="2400" dirty="0">
                <a:solidFill>
                  <a:srgbClr val="694A14"/>
                </a:solidFill>
                <a:latin typeface="+mn-lt"/>
              </a:rPr>
              <a:t>Realize 3 séries de 10 repetições.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6B7AA0-388D-8CE1-B38F-2CA2AC5F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97" y="7432602"/>
            <a:ext cx="5297405" cy="429245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B090D22-FBC5-0DEF-208A-82DD348F194A}"/>
              </a:ext>
            </a:extLst>
          </p:cNvPr>
          <p:cNvSpPr/>
          <p:nvPr/>
        </p:nvSpPr>
        <p:spPr>
          <a:xfrm flipH="1">
            <a:off x="611585" y="0"/>
            <a:ext cx="106139" cy="1758744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972CD4-62CE-1939-E081-37E5CBAFFB41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</p:spTree>
    <p:extLst>
      <p:ext uri="{BB962C8B-B14F-4D97-AF65-F5344CB8AC3E}">
        <p14:creationId xmlns:p14="http://schemas.microsoft.com/office/powerpoint/2010/main" val="37607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E7783C9-2969-784F-6D96-54AE4CBF18F7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D9B569-C7AE-EFC0-2075-E7937C6C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" y="7189050"/>
            <a:ext cx="8281035" cy="1168612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pt-BR" sz="8800" dirty="0">
                <a:solidFill>
                  <a:srgbClr val="694A14"/>
                </a:solidFill>
              </a:rPr>
              <a:t>CONCLUSÃO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A37B3F6-3DA1-3154-C1BF-D05AF10CB962}"/>
              </a:ext>
            </a:extLst>
          </p:cNvPr>
          <p:cNvSpPr/>
          <p:nvPr/>
        </p:nvSpPr>
        <p:spPr>
          <a:xfrm>
            <a:off x="1900239" y="8357662"/>
            <a:ext cx="5614988" cy="45719"/>
          </a:xfrm>
          <a:prstGeom prst="rect">
            <a:avLst/>
          </a:prstGeom>
          <a:solidFill>
            <a:srgbClr val="694A14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EB53E8-BCF6-B4B9-91DF-1348E417BA85}"/>
              </a:ext>
            </a:extLst>
          </p:cNvPr>
          <p:cNvSpPr txBox="1"/>
          <p:nvPr/>
        </p:nvSpPr>
        <p:spPr>
          <a:xfrm>
            <a:off x="0" y="11927704"/>
            <a:ext cx="9270332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600" b="1">
                <a:solidFill>
                  <a:srgbClr val="694A14"/>
                </a:solidFill>
              </a:defRPr>
            </a:lvl1pPr>
          </a:lstStyle>
          <a:p>
            <a:r>
              <a:rPr lang="pt-BR" sz="1600" dirty="0"/>
              <a:t>DICAS DE EXERCÍCIOS FÍSICOS - FELIPE FERNANDES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1A928B5-70F7-D2A5-F552-EAB553A3C0B0}"/>
              </a:ext>
            </a:extLst>
          </p:cNvPr>
          <p:cNvSpPr txBox="1">
            <a:spLocks/>
          </p:cNvSpPr>
          <p:nvPr/>
        </p:nvSpPr>
        <p:spPr>
          <a:xfrm>
            <a:off x="660082" y="9121255"/>
            <a:ext cx="8281035" cy="1168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400" dirty="0">
                <a:solidFill>
                  <a:srgbClr val="694A14"/>
                </a:solidFill>
                <a:latin typeface="+mn-lt"/>
              </a:rPr>
              <a:t>Exercícios simples e eficazes podem trazer muitos benefícios para o corpo, especialmente após os 40 anos. Lembre-se de começar devagar e ouvir seu corpo. Com consistência e dedicação, você pode manter-se ativo, saudável e cheio de energia!</a:t>
            </a:r>
          </a:p>
        </p:txBody>
      </p:sp>
    </p:spTree>
    <p:extLst>
      <p:ext uri="{BB962C8B-B14F-4D97-AF65-F5344CB8AC3E}">
        <p14:creationId xmlns:p14="http://schemas.microsoft.com/office/powerpoint/2010/main" val="832362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320</TotalTime>
  <Words>698</Words>
  <Application>Microsoft Office PowerPoint</Application>
  <PresentationFormat>Papel A3 (297 x 420 mm)</PresentationFormat>
  <Paragraphs>96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EXERCÍCIOS PARA PESSOAS ACIMA DE 40</vt:lpstr>
      <vt:lpstr>AGACHAMENTO</vt:lpstr>
      <vt:lpstr>AGACHAMENTO SIMPLES</vt:lpstr>
      <vt:lpstr>FLEXÕES</vt:lpstr>
      <vt:lpstr>FLEXÕES DE BRAÇO MODIFICADAS</vt:lpstr>
      <vt:lpstr>MARCHA</vt:lpstr>
      <vt:lpstr>MARCHA NO LUGAR</vt:lpstr>
      <vt:lpstr>ALONGAMENTO</vt:lpstr>
      <vt:lpstr>ALONGAMENTO DE COLUNA</vt:lpstr>
      <vt:lpstr>ELEVAÇÃO</vt:lpstr>
      <vt:lpstr>ELEVAÇÃO DE CALCANHAR</vt:lpstr>
      <vt:lpstr>PONTE</vt:lpstr>
      <vt:lpstr>PONTE DE GLÚTEOS</vt:lpstr>
      <vt:lpstr>CONCLUSÃO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Fernandes de Almeida Silva</dc:creator>
  <cp:lastModifiedBy>Felipe Fernandes de Almeida Silva</cp:lastModifiedBy>
  <cp:revision>25</cp:revision>
  <dcterms:created xsi:type="dcterms:W3CDTF">2025-01-12T21:53:13Z</dcterms:created>
  <dcterms:modified xsi:type="dcterms:W3CDTF">2025-01-13T03:18:54Z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e7aacd-7cc4-4c31-9e6f-7ef306428f09_Enabled">
    <vt:lpwstr>true</vt:lpwstr>
  </property>
  <property fmtid="{D5CDD505-2E9C-101B-9397-08002B2CF9AE}" pid="3" name="MSIP_Label_fde7aacd-7cc4-4c31-9e6f-7ef306428f09_SetDate">
    <vt:lpwstr>2025-01-12T21:54:17Z</vt:lpwstr>
  </property>
  <property fmtid="{D5CDD505-2E9C-101B-9397-08002B2CF9AE}" pid="4" name="MSIP_Label_fde7aacd-7cc4-4c31-9e6f-7ef306428f09_Method">
    <vt:lpwstr>Privileged</vt:lpwstr>
  </property>
  <property fmtid="{D5CDD505-2E9C-101B-9397-08002B2CF9AE}" pid="5" name="MSIP_Label_fde7aacd-7cc4-4c31-9e6f-7ef306428f09_Name">
    <vt:lpwstr>_PUBLICO</vt:lpwstr>
  </property>
  <property fmtid="{D5CDD505-2E9C-101B-9397-08002B2CF9AE}" pid="6" name="MSIP_Label_fde7aacd-7cc4-4c31-9e6f-7ef306428f09_SiteId">
    <vt:lpwstr>ab9bba98-684a-43fb-add8-9c2bebede229</vt:lpwstr>
  </property>
  <property fmtid="{D5CDD505-2E9C-101B-9397-08002B2CF9AE}" pid="7" name="MSIP_Label_fde7aacd-7cc4-4c31-9e6f-7ef306428f09_ActionId">
    <vt:lpwstr>ab4d8450-cb17-4e6e-af86-36859cc8d7d2</vt:lpwstr>
  </property>
  <property fmtid="{D5CDD505-2E9C-101B-9397-08002B2CF9AE}" pid="8" name="MSIP_Label_fde7aacd-7cc4-4c31-9e6f-7ef306428f09_ContentBits">
    <vt:lpwstr>1</vt:lpwstr>
  </property>
</Properties>
</file>